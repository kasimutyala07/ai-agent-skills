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Software entities that perceive environments and act autonomously</a:t>
            </a:r>
          </a:p>
          <a:p>
            <a:pPr>
              <a:defRPr sz="2400"/>
            </a:pPr>
            <a:r>
              <a:t>Combine perception, reasoning, and decision‑making</a:t>
            </a:r>
          </a:p>
          <a:p>
            <a:pPr>
              <a:defRPr sz="2400"/>
            </a:pPr>
            <a:r>
              <a:t>Goal‑oriented behavior driven by algorithms or learned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Reactive agents – respond directly to stimuli without internal state</a:t>
            </a:r>
          </a:p>
          <a:p>
            <a:pPr>
              <a:defRPr sz="2400"/>
            </a:pPr>
            <a:r>
              <a:t>Model‑based agents – maintain an internal representation of the world</a:t>
            </a:r>
          </a:p>
          <a:p>
            <a:pPr>
              <a:defRPr sz="2400"/>
            </a:pPr>
            <a:r>
              <a:t>Goal‑based agents – plan actions to achieve specific objectives</a:t>
            </a:r>
          </a:p>
          <a:p>
            <a:pPr>
              <a:defRPr sz="2400"/>
            </a:pPr>
            <a:r>
              <a:t>Learning agents – improve performance through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Virtual assistants (e.g., Siri, Alexa)</a:t>
            </a:r>
          </a:p>
          <a:p>
            <a:pPr>
              <a:defRPr sz="2400"/>
            </a:pPr>
            <a:r>
              <a:t>Autonomous vehicles and drones</a:t>
            </a:r>
          </a:p>
          <a:p>
            <a:pPr>
              <a:defRPr sz="2400"/>
            </a:pPr>
            <a:r>
              <a:t>Customer service chatbots</a:t>
            </a:r>
          </a:p>
          <a:p>
            <a:pPr>
              <a:defRPr sz="2400"/>
            </a:pPr>
            <a:r>
              <a:t>Industrial automation and robotics</a:t>
            </a:r>
          </a:p>
          <a:p>
            <a:pPr>
              <a:defRPr sz="2400"/>
            </a:pPr>
            <a:r>
              <a:t>Personalized recommendation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Explainability and transparency of agent decisions</a:t>
            </a:r>
          </a:p>
          <a:p>
            <a:pPr>
              <a:defRPr sz="2400"/>
            </a:pPr>
            <a:r>
              <a:t>Ethical considerations and bias mitigation</a:t>
            </a:r>
          </a:p>
          <a:p>
            <a:pPr>
              <a:defRPr sz="2400"/>
            </a:pPr>
            <a:r>
              <a:t>Scalable multi‑agent coordination</a:t>
            </a:r>
          </a:p>
          <a:p>
            <a:pPr>
              <a:defRPr sz="2400"/>
            </a:pPr>
            <a:r>
              <a:t>Integration with edge computing and IoT</a:t>
            </a:r>
          </a:p>
          <a:p>
            <a:pPr>
              <a:defRPr sz="2400"/>
            </a:pPr>
            <a:r>
              <a:t>Regulatory frameworks and 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