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AI Agents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Autonomous software that perceives environment and takes actions</a:t>
            </a:r>
          </a:p>
          <a:p>
            <a:pPr>
              <a:defRPr sz="2400"/>
            </a:pPr>
            <a:r>
              <a:t>Combines perception, reasoning, and actuation</a:t>
            </a:r>
          </a:p>
          <a:p>
            <a:pPr>
              <a:defRPr sz="2400"/>
            </a:pPr>
            <a:r>
              <a:t>Goal‑oriented: seeks to maximize a defined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Sensors: collect data (text, images, signals)</a:t>
            </a:r>
          </a:p>
          <a:p>
            <a:pPr>
              <a:defRPr sz="2400"/>
            </a:pPr>
            <a:r>
              <a:t>Model/Brain: machine‑learning or rule‑based engine</a:t>
            </a:r>
          </a:p>
          <a:p>
            <a:pPr>
              <a:defRPr sz="2400"/>
            </a:pPr>
            <a:r>
              <a:t>Actuators: output actions (responses, commands, API calls)</a:t>
            </a:r>
          </a:p>
          <a:p>
            <a:pPr>
              <a:defRPr sz="2400"/>
            </a:pPr>
            <a:r>
              <a:t>Feedback loop: evaluates results and updates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Decision‑Making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Perception – interpret raw input</a:t>
            </a:r>
          </a:p>
          <a:p>
            <a:pPr>
              <a:defRPr sz="2400"/>
            </a:pPr>
            <a:r>
              <a:t>2. State estimation – build internal representation</a:t>
            </a:r>
          </a:p>
          <a:p>
            <a:pPr>
              <a:defRPr sz="2400"/>
            </a:pPr>
            <a:r>
              <a:t>3. Planning – select best action using policy or search</a:t>
            </a:r>
          </a:p>
          <a:p>
            <a:pPr>
              <a:defRPr sz="2400"/>
            </a:pPr>
            <a:r>
              <a:t>4. Execution – perform action and observe outcome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Supervised, reinforcement, or self‑supervised training</a:t>
            </a:r>
          </a:p>
          <a:p>
            <a:pPr>
              <a:defRPr sz="2400"/>
            </a:pPr>
            <a:r>
              <a:t>Continuous fine‑tuning from real‑world feedback</a:t>
            </a:r>
          </a:p>
          <a:p>
            <a:pPr>
              <a:defRPr sz="2400"/>
            </a:pPr>
            <a:r>
              <a:t>Meta‑learning enables rapid adaptation to new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