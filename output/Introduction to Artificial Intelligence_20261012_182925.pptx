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enables machines to perform intelligent tasks.</a:t>
            </a:r>
          </a:p>
          <a:p>
            <a:pPr>
              <a:defRPr sz="2400"/>
            </a:pPr>
            <a:r>
              <a:t>It uses data and algorithms to solve problems.</a:t>
            </a:r>
          </a:p>
          <a:p>
            <a:pPr>
              <a:defRPr sz="2400"/>
            </a:pPr>
            <a:r>
              <a:t>AI is used across many industries.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Healthcare and medical diagnosis</a:t>
            </a:r>
          </a:p>
          <a:p>
            <a:pPr>
              <a:defRPr sz="2400"/>
            </a:pPr>
            <a:r>
              <a:t>Education and personalized learning</a:t>
            </a:r>
          </a:p>
          <a:p>
            <a:pPr>
              <a:defRPr sz="2400"/>
            </a:pPr>
            <a:r>
              <a:t>Banking and fraud detection</a:t>
            </a:r>
          </a:p>
          <a:p>
            <a:pPr>
              <a:defRPr sz="2400"/>
            </a:pPr>
            <a:r>
              <a:t>Chatbots and virtual assistants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Automates repetitive tasks</a:t>
            </a:r>
          </a:p>
          <a:p>
            <a:pPr>
              <a:defRPr sz="2400"/>
            </a:pPr>
            <a:r>
              <a:t>Can analyze large amounts of data</a:t>
            </a:r>
          </a:p>
          <a:p>
            <a:pPr>
              <a:defRPr sz="2400"/>
            </a:pPr>
            <a:r>
              <a:t>Requires reliable data and careful evaluation</a:t>
            </a:r>
          </a:p>
          <a:p>
            <a:pPr>
              <a:defRPr sz="2400"/>
            </a:pPr>
            <a:r>
              <a:t>May produce inaccurate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is transforming many industries.</a:t>
            </a:r>
          </a:p>
          <a:p>
            <a:pPr>
              <a:defRPr sz="2400"/>
            </a:pPr>
            <a:r>
              <a:t>Responsible development is important.</a:t>
            </a:r>
          </a:p>
          <a:p>
            <a:pPr>
              <a:defRPr sz="2400"/>
            </a:pPr>
            <a:r>
              <a:t>Human oversight remains valuable.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