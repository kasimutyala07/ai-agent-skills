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Business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Company mission and vision</a:t>
            </a:r>
          </a:p>
          <a:p>
            <a:pPr>
              <a:defRPr sz="2400"/>
            </a:pPr>
            <a:r>
              <a:t>Key performance highlights</a:t>
            </a:r>
          </a:p>
          <a:p>
            <a:pPr>
              <a:defRPr sz="2400"/>
            </a:pPr>
            <a:r>
              <a:t>Core value proposition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Target market size and growth trends</a:t>
            </a:r>
          </a:p>
          <a:p>
            <a:pPr>
              <a:defRPr sz="2400"/>
            </a:pPr>
            <a:r>
              <a:t>Competitive landscape overview</a:t>
            </a:r>
          </a:p>
          <a:p>
            <a:pPr>
              <a:defRPr sz="2400"/>
            </a:pPr>
            <a:r>
              <a:t>Customer segmentation and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Product innovation roadmap</a:t>
            </a:r>
          </a:p>
          <a:p>
            <a:pPr>
              <a:defRPr sz="2400"/>
            </a:pPr>
            <a:r>
              <a:t>Go-to-market strategy</a:t>
            </a:r>
          </a:p>
          <a:p>
            <a:pPr>
              <a:defRPr sz="2400"/>
            </a:pPr>
            <a:r>
              <a:t>Partnership and alliance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Revenue forecast for the next 3 years</a:t>
            </a:r>
          </a:p>
          <a:p>
            <a:pPr>
              <a:defRPr sz="2400"/>
            </a:pPr>
            <a:r>
              <a:t>Cost structure and margin expectations</a:t>
            </a:r>
          </a:p>
          <a:p>
            <a:pPr>
              <a:defRPr sz="2400"/>
            </a:pPr>
            <a:r>
              <a:t>Break-even analysis and ROI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Prioritized action items</a:t>
            </a:r>
          </a:p>
          <a:p>
            <a:pPr>
              <a:defRPr sz="2400"/>
            </a:pPr>
            <a:r>
              <a:t>Resource allocation plan</a:t>
            </a:r>
          </a:p>
          <a:p>
            <a:pPr>
              <a:defRPr sz="2400"/>
            </a:pPr>
            <a:r>
              <a:t>Key milestones and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